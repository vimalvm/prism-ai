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{{title}}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{{subtitle}}</a:t>
            </a:r>
          </a:p>
          <a:p>
            <a:r>
              <a:t>Author: {{author}} | Date: {{date}}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 &amp;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{{agenda}}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{{content_title}}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{{content_bullets}}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Sources &amp; Traceability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{{sources}}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